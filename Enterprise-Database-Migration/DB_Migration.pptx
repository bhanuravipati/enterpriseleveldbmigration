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e506f4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e506f4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be506f40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be506f40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be506f4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be506f4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be506f40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be506f40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be506f40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be506f40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e506f40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be506f40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: The Migration Challenge&#10;Headline: Why This Matters&#10;&#10;Content:&#10;&#10;The Problem: Traditional migrations (MySQL to PostgreSQL) are manual, error-prone, and require hundreds of man-hours for syntax correction.&#10;&#10;The Risk: Data loss, broken dependencies, and prolonged system downtime.&#10;&#10;Our Solution: An autonomous system that &quot;thinks&quot; through the migration, self-corrects, and validates in real-time.&#10;&#10;Design Note: Use a &quot;Before vs. After&quot; visual split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lide which is the headline of the project workflow which the slide contains a headline called workflow and a sub headline which is Multi Agent orchestration using Langgraph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image 1024X1024 siz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500" y="0"/>
            <a:ext cx="685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ve some lineheight to the text in the major milestones reached section and reduce the font size a little bit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lide with the headline which is  in middle of the slide which is &quot;DEMO&quot; 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